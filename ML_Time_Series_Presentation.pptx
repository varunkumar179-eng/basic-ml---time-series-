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– Time Series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Overview</a:t>
            </a:r>
          </a:p>
          <a:p>
            <a:r>
              <a:t>Prepared for Academic/Technical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series analysis deals with data collected over time intervals.</a:t>
            </a:r>
          </a:p>
          <a:p>
            <a:r>
              <a:t>ML models learn patterns to forecast future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Time Series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indexed by time</a:t>
            </a:r>
          </a:p>
          <a:p>
            <a:r>
              <a:t>• Ordered sequence</a:t>
            </a:r>
          </a:p>
          <a:p>
            <a:r>
              <a:t>• Examples: stock prices, weather, sales, sensor signals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Trend</a:t>
            </a:r>
          </a:p>
          <a:p>
            <a:r>
              <a:t>• Seasonality</a:t>
            </a:r>
          </a:p>
          <a:p>
            <a:r>
              <a:t>• Cyclic patterns</a:t>
            </a:r>
          </a:p>
          <a:p>
            <a:r>
              <a:t>• Noise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Financial forecasting</a:t>
            </a:r>
          </a:p>
          <a:p>
            <a:r>
              <a:t>• Demand prediction</a:t>
            </a:r>
          </a:p>
          <a:p>
            <a:r>
              <a:t>• Weather forecasting</a:t>
            </a:r>
          </a:p>
          <a:p>
            <a:r>
              <a:t>• Energy load prediction</a:t>
            </a:r>
          </a:p>
          <a:p>
            <a:r>
              <a:t>• IoT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Moving Average</a:t>
            </a:r>
          </a:p>
          <a:p>
            <a:r>
              <a:t>• ARIMA</a:t>
            </a:r>
          </a:p>
          <a:p>
            <a:r>
              <a:t>• SARIMA</a:t>
            </a:r>
          </a:p>
          <a:p>
            <a:r>
              <a:t>• Exponential Smoothing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Regression</a:t>
            </a:r>
          </a:p>
          <a:p>
            <a:r>
              <a:t>• Random Forest</a:t>
            </a:r>
          </a:p>
          <a:p>
            <a:r>
              <a:t>• XGBoost</a:t>
            </a:r>
          </a:p>
          <a:p>
            <a:r>
              <a:t>• Support Vector Regression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RNN</a:t>
            </a:r>
          </a:p>
          <a:p>
            <a:r>
              <a:t>• LSTM</a:t>
            </a:r>
          </a:p>
          <a:p>
            <a:r>
              <a:t>• GRU</a:t>
            </a:r>
          </a:p>
          <a:p>
            <a:r>
              <a:t>• Transformer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→ Cleaning → Feature Engineering → Model Training → Evaluation → Forecasting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MAE</a:t>
            </a:r>
          </a:p>
          <a:p>
            <a:r>
              <a:t>• MSE</a:t>
            </a:r>
          </a:p>
          <a:p>
            <a:r>
              <a:t>• RMSE</a:t>
            </a:r>
          </a:p>
          <a:p>
            <a:r>
              <a:t>• MAPE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Captures complex patterns</a:t>
            </a:r>
          </a:p>
          <a:p>
            <a:r>
              <a:t>• Automated forecasting</a:t>
            </a:r>
          </a:p>
          <a:p>
            <a:r>
              <a:t>• Scalable solutions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data</a:t>
            </a:r>
          </a:p>
          <a:p>
            <a:r>
              <a:t>• Non‑stationarity</a:t>
            </a:r>
          </a:p>
          <a:p>
            <a:r>
              <a:t>• Sudden trend changes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ML-based time series forecasting enables accurate and scalable predictions across multiple real-world domains.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